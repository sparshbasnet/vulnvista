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71616"/>
                </a:solidFill>
                <a:latin typeface="Inter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D62D18"/>
                </a:solidFill>
                <a:latin typeface="Inter"/>
              </a:rPr>
              <a:t>VULNVISTA  •  SECURITY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Detecting Five Web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Vulnerability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5754"/>
                </a:solidFill>
                <a:latin typeface="Inter"/>
              </a:rPr>
              <a:t>Evidence-based detector design and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41148" cy="141732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114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616"/>
                </a:solidFill>
                <a:latin typeface="Inter"/>
              </a:rPr>
              <a:t>Nischal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80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Contributor — Detector Engineering, VulnVista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00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Advance Project · NIT6150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120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September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806440"/>
            <a:ext cx="859536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CSRF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5806440"/>
            <a:ext cx="246888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Path Traversal / LFI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9824" y="5806440"/>
            <a:ext cx="2871216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Unrestricted File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5806440"/>
            <a:ext cx="2871216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JWT / Session Weaknesses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84864" y="5806440"/>
            <a:ext cx="2971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Security Misconfiguration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Five detectors, per the project's documented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Design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Why every detector proves, never assumes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23113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31136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31136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Documented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231136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Confirming the five via the implementation 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77063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770632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Cross-Site Request Forgery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70632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Passive token checks + active forged replay (CWE-352)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0128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310128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0128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Path Traversal / LFI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310128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Controlled canary outside the web root (CWE-22)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849624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849624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849624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Unrestricted File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49624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Harmless extension/MIME canaries (CWE-434)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389120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389120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89120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JWT / Session Weaknesses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389120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Forged-token oracle proof (CWE-347)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92861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4928616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28616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Security Misconfiguration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928616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Six independent passive configuration checks (CWE-16)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46811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468112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468112"/>
            <a:ext cx="429768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Results &amp; Takeaways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68112"/>
            <a:ext cx="57607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Shared architecture and what it demonstrates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Prove It, Don't Assume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The methodology shared by every detector in VulnVista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71616"/>
                </a:solidFill>
                <a:latin typeface="Inter"/>
              </a:rPr>
              <a:t>Every VulnVista detector follows the same rule: a finding is only reported when the target is observed actually behaving vulnerably — never inferred from a status code or a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077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Independent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Two or more unrelated proofs per class (e.g. a forged JWT's acceptance plus its tampered claim being echoed back) so one signal's noise can't create a false positive.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077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Generic-first, lab-aware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192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Detection logic is target-agnostic — forms, canary files, and upload targets are auto-discovered or explicitly configured. Bundled labs (DVWA, Juice Shop) get opt-in presets, never special-cased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82311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Config always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1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ScanContext.extra (from Target.scan_config) overrides both generic defaults and lab presets, so any real target can be pointed at explicitly.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82311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Safety by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93791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Harmless canary files, non-executable upload probes, read-only requests, and automatic state restoration (e.g. CSRF's post-forgery reset) keep every check safe to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Documented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Source: VulnVista_IMPLEMENTATION_PLAN.md § 2A — Team Responsibilities and Vulnerability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201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20140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10744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IMPLEMENTATION PLAN § 2A (EXCERPT)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| Person   | # | Vulnerability             | File               |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|----------|---|----------------------------|--------------------|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| Nischal  | 1 | CSRF                       | csrf.py            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40"/>
            <a:ext cx="9235440" cy="4114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5B5754"/>
                </a:solidFill>
                <a:latin typeface="Inter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4023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5B5754"/>
                </a:solidFill>
                <a:latin typeface="Inter"/>
              </a:rPr>
              <a:t>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6324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5B5754"/>
                </a:solidFill>
                <a:latin typeface="Inter"/>
              </a:rPr>
              <a:t>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5B5754"/>
                </a:solidFill>
                <a:latin typeface="Inter"/>
              </a:rPr>
              <a:t>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74720"/>
            <a:ext cx="9235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2D18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Cross-Site Request Forgery (CSRF)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747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Consolas"/>
              </a:rPr>
              <a:t>csrf.py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747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Week 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931920"/>
            <a:ext cx="923544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2920" y="3931920"/>
            <a:ext cx="9235440" cy="45720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2D18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Path Traversal / File Inclusion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319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Consolas"/>
              </a:rPr>
              <a:t>path_traversal.py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9319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Week 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389120"/>
            <a:ext cx="923544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389120"/>
            <a:ext cx="9235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2D18"/>
                </a:solidFill>
                <a:latin typeface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3891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Unrestricted File 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891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Consolas"/>
              </a:rPr>
              <a:t>file_upload.py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891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Week 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846320"/>
            <a:ext cx="923544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2920" y="4846320"/>
            <a:ext cx="9235440" cy="45720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2D18"/>
                </a:solidFill>
                <a:latin typeface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8463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JWT / Session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8463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Consolas"/>
              </a:rPr>
              <a:t>jwt_session.py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8463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Week 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5303520"/>
            <a:ext cx="923544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" y="5303520"/>
            <a:ext cx="9235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2D18"/>
                </a:solidFill>
                <a:latin typeface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3035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Security Misconfiguration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3035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Consolas"/>
              </a:rPr>
              <a:t>misconfiguration.py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3035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Week 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5760720"/>
            <a:ext cx="923544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2920" y="3063240"/>
            <a:ext cx="9235440" cy="2697480"/>
          </a:xfrm>
          <a:prstGeom prst="rect">
            <a:avLst/>
          </a:prstGeom>
          <a:noFill/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76360"/>
                </a:solidFill>
                <a:latin typeface="Inter"/>
              </a:rPr>
              <a:t>Note: all five files were committed to the repository under a shared team git identity rather than a per-person one — this deck follows the team's own documented work-breakdown table above.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Cross-Site Request Forgery (CSRF)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764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CWE-352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230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A01:2021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7156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6852" y="1298448"/>
            <a:ext cx="208026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up to 8.8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Runs in two tiers: passive signals that are always safe to check, plus an opt-in active proof that only fires when the caller explicitly confirms the target operation is safe to replay (idempotent/resettable).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Passive — token presence</a:t>
            </a:r>
            <a:r>
              <a:rPr sz="1350">
                <a:solidFill>
                  <a:srgbClr val="171616"/>
                </a:solidFill>
                <a:latin typeface="Inter"/>
              </a:rPr>
              <a:t>  discover the state-changing form and inspect hidden fields for anti-CSRF token naming conventions (csrf, xsrf, authenticity_token, nonce, ...).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Passive — session binding</a:t>
            </a:r>
            <a:r>
              <a:rPr sz="1350">
                <a:solidFill>
                  <a:srgbClr val="171616"/>
                </a:solidFill>
                <a:latin typeface="Inter"/>
              </a:rPr>
              <a:t>  refetch the same form with an independent, cookie-less client; an identical token value across two unrelated sessions proves the token isn't session-bound.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Passive — GET-reachable</a:t>
            </a:r>
            <a:r>
              <a:rPr sz="1350">
                <a:solidFill>
                  <a:srgbClr val="171616"/>
                </a:solidFill>
                <a:latin typeface="Inter"/>
              </a:rPr>
              <a:t>  a state-changing action reachable via plain GET is flagged outright — a bare &lt;img src&gt; can trigger it from any attacker page.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Active proof (opt-in)</a:t>
            </a:r>
            <a:r>
              <a:rPr sz="1350">
                <a:solidFill>
                  <a:srgbClr val="171616"/>
                </a:solidFill>
                <a:latin typeface="Inter"/>
              </a:rPr>
              <a:t>  replay the request using the victim's ambient session with the token dropped and Origin/Referer spoofed; on success, state is restored via the authentic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Cross-Site Request Forgery (CSRF)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backend/app/scanners/csrf.py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classify(has_token, token_session_bound,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form_uses_get, active_checked, active_bypassed):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active_checked and active_bypassed: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"forged cross-site request reproduced the 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"state change using only the ambient session",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not has_token and form_uses_get: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"reachable via plain GET, no token",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token_session_bound is False: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"token identical across sessions",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token_field / token_session_bound</a:t>
            </a:r>
            <a:r>
              <a:rPr sz="1200">
                <a:solidFill>
                  <a:srgbClr val="171616"/>
                </a:solidFill>
                <a:latin typeface="Inter"/>
              </a:rPr>
              <a:t>  presence + independent-session check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active_check_performed / bypassed</a:t>
            </a:r>
            <a:r>
              <a:rPr sz="1200">
                <a:solidFill>
                  <a:srgbClr val="171616"/>
                </a:solidFill>
                <a:latin typeface="Inter"/>
              </a:rPr>
              <a:t>  whether the forged replay succeeded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forged_origin</a:t>
            </a:r>
            <a:r>
              <a:rPr sz="1200">
                <a:solidFill>
                  <a:srgbClr val="171616"/>
                </a:solidFill>
                <a:latin typeface="Inter"/>
              </a:rPr>
              <a:t>  spoofed cross-site Origin/Referer used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form_discovery</a:t>
            </a:r>
            <a:r>
              <a:rPr sz="1200">
                <a:solidFill>
                  <a:srgbClr val="171616"/>
                </a:solidFill>
                <a:latin typeface="Inter"/>
              </a:rPr>
              <a:t>  auto-discovered vs. explicit vs. lab preset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Require a per-session anti-CSRF token on every state-changing request. Restrict such actions to POST/PUT/DELETE, set SameSite=Lax/Strict on session cookies, and validate Origin/Referer as defense in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Path Traversal / Local File Inclusion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596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CWE-22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148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A01:2021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1696" y="1298448"/>
            <a:ext cx="144932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7.5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Uses only a caller-controlled canary file placed outside the web root — the detector never attempts to read real system files like /etc/passwd, so a finding never depends on what happens to be readable on the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Controlled canary only</a:t>
            </a:r>
            <a:r>
              <a:rPr sz="1350">
                <a:solidFill>
                  <a:srgbClr val="171616"/>
                </a:solidFill>
                <a:latin typeface="Inter"/>
              </a:rPr>
              <a:t>  the bundled DVWA lab preset mounts a known marker file outside its web root; any other target must supply its own canary_path/canary_marker — there is no generic fallback to a guessed sensitive file.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Baseline safety check</a:t>
            </a:r>
            <a:r>
              <a:rPr sz="1350">
                <a:solidFill>
                  <a:srgbClr val="171616"/>
                </a:solidFill>
                <a:latin typeface="Inter"/>
              </a:rPr>
              <a:t>  if the canary marker already appears in the permitted baseline response, the detector aborts rather than risk a false positive.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Traversal variants</a:t>
            </a:r>
            <a:r>
              <a:rPr sz="1350">
                <a:solidFill>
                  <a:srgbClr val="171616"/>
                </a:solidFill>
                <a:latin typeface="Inter"/>
              </a:rPr>
              <a:t>  a range of ../ depth variants plus the raw absolute path are tried against the discovered parameter, stopping at the first one that returns the exact marker.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CONFIRMED only when the exact controlled marker — not just any file content — is returned from outside the intended directory.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Path Traversal / Local File Inclusion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backend/app/scanners/path_traversal.py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build_traversal_variants(canary_path, max_depth):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relative = canary_path.lstrip("/")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variants = [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f"{'../' * depth}{relative}"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for depth in range(1, max_depth + 1)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]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variants.append(canary_path)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list(dict.fromkeys(variants))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classify(successful_payloads):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successful_payloads: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"HIGH",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successful_probes</a:t>
            </a:r>
            <a:r>
              <a:rPr sz="1200">
                <a:solidFill>
                  <a:srgbClr val="171616"/>
                </a:solidFill>
                <a:latin typeface="Inter"/>
              </a:rPr>
              <a:t>  which traversal payload returned the marker, and where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variants_attempted</a:t>
            </a:r>
            <a:r>
              <a:rPr sz="1200">
                <a:solidFill>
                  <a:srgbClr val="171616"/>
                </a:solidFill>
                <a:latin typeface="Inter"/>
              </a:rPr>
              <a:t>  how many ../ depth variants were tried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sensitive_system_files_probed</a:t>
            </a:r>
            <a:r>
              <a:rPr sz="1200">
                <a:solidFill>
                  <a:srgbClr val="171616"/>
                </a:solidFill>
                <a:latin typeface="Inter"/>
              </a:rPr>
              <a:t>  always false — only the controlled canary is ever targeted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marker_snippet</a:t>
            </a:r>
            <a:r>
              <a:rPr sz="1200">
                <a:solidFill>
                  <a:srgbClr val="171616"/>
                </a:solidFill>
                <a:latin typeface="Inter"/>
              </a:rPr>
              <a:t>  small window of response text around the marker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Do not construct filesystem paths directly from user input. Resolve against a fixed base directory, reject absolute paths, canonicalize once, verify the resolved path stays beneath the base, and use an allowlist of file IDs.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Unrestricted File 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764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CWE-434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230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A04:2021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7156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7476" y="1298448"/>
            <a:ext cx="208026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up to 9.8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Every probe file is genuinely harmless plain text — no PHP tags, no executable code — even the one with a .php extension. The extension exists purely to test whether a script-capable filename is accepted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Three harmless probes</a:t>
            </a:r>
            <a:r>
              <a:rPr sz="1350">
                <a:solidFill>
                  <a:srgbClr val="171616"/>
                </a:solidFill>
                <a:latin typeface="Inter"/>
              </a:rPr>
              <a:t>  a plain-text control, a plain-text file with a script-capable .php extension, and a plain-text file whose declared Content-Type mismatches its .txt extension.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Extension/MIME validation check</a:t>
            </a:r>
            <a:r>
              <a:rPr sz="1350">
                <a:solidFill>
                  <a:srgbClr val="171616"/>
                </a:solidFill>
                <a:latin typeface="Inter"/>
              </a:rPr>
              <a:t>  compares how the target treats each probe — accepted vs. rejected — to reveal whether extension and MIME type are actually enforced.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Public retrieval is the real proof</a:t>
            </a:r>
            <a:r>
              <a:rPr sz="1350">
                <a:solidFill>
                  <a:srgbClr val="171616"/>
                </a:solidFill>
                <a:latin typeface="Inter"/>
              </a:rPr>
              <a:t>  an upload being accepted isn't itself the finding; the detector then tries to retrieve the uploaded file from a public URL and confirms the harmless marker is present.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CONFIRMED/CRITICAL only when a script-extension file is both accepted AND publicly retrievable; an accepted-but-unverified upload is reported as SUSPECTED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Unrestricted File Upload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backend/app/scanners/file_upload.py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classify(probes):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script_public = any(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p["script_extension"] and p["publicly_accessible"]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for p in probes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unsafe_stored = any(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(p["script_extension"] or p["mime_mismatch"])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and p["upload_accepted"] for p in probes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script_public: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"CRITICAL",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unsafe_stored: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"SUSPECTED",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"HIGH",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probes[].upload_accepted</a:t>
            </a:r>
            <a:r>
              <a:rPr sz="1200">
                <a:solidFill>
                  <a:srgbClr val="171616"/>
                </a:solidFill>
                <a:latin typeface="Inter"/>
              </a:rPr>
              <a:t>  whether the target's own validation let it through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probes[].publicly_accessible</a:t>
            </a:r>
            <a:r>
              <a:rPr sz="1200">
                <a:solidFill>
                  <a:srgbClr val="171616"/>
                </a:solidFill>
                <a:latin typeface="Inter"/>
              </a:rPr>
              <a:t>  whether the marker was retrievable afterward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contains_executable_code</a:t>
            </a:r>
            <a:r>
              <a:rPr sz="1200">
                <a:solidFill>
                  <a:srgbClr val="171616"/>
                </a:solidFill>
                <a:latin typeface="Inter"/>
              </a:rPr>
              <a:t>  always false — every probe is inert plain text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retrieval_url</a:t>
            </a:r>
            <a:r>
              <a:rPr sz="1200">
                <a:solidFill>
                  <a:srgbClr val="171616"/>
                </a:solidFill>
                <a:latin typeface="Inter"/>
              </a:rPr>
              <a:t>  the public URL the detector found and checked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Allowlist required extensions and MIME types, validate file signatures, generate server-side filenames, store uploads outside the web root, disable script execution in upload directories, and serve via a safe download handler.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JWT / Session Weaknesses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28163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CWE-347 / CWE-613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8386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A07:2021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28716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89036" y="1298448"/>
            <a:ext cx="208026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up to 9.1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Builds an oracle first — proving the session-check endpoint can actually tell an authenticated session from an anonymous one — before trusting any forged-token result against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Oracle validation</a:t>
            </a:r>
            <a:r>
              <a:rPr sz="1350">
                <a:solidFill>
                  <a:srgbClr val="171616"/>
                </a:solidFill>
                <a:latin typeface="Inter"/>
              </a:rPr>
              <a:t>  compares the endpoint's response for the genuine token, no token, and a garbage token; the oracle is only trusted once genuine differs from anonymous and garbage matches anonymous.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alg:none forgery</a:t>
            </a:r>
            <a:r>
              <a:rPr sz="1350">
                <a:solidFill>
                  <a:srgbClr val="171616"/>
                </a:solidFill>
                <a:latin typeface="Inter"/>
              </a:rPr>
              <a:t>  submits a structurally valid but completely unsigned token (header alg rewritten to "none") carrying a tampered identity claim.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Invalidated-signature forgery</a:t>
            </a:r>
            <a:r>
              <a:rPr sz="1350">
                <a:solidFill>
                  <a:srgbClr val="171616"/>
                </a:solidFill>
                <a:latin typeface="Inter"/>
              </a:rPr>
              <a:t>  submits a token with the original algorithm but a deliberately corrupted signature and the same tampered claim.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Impersonation proof</a:t>
            </a:r>
            <a:r>
              <a:rPr sz="1350">
                <a:solidFill>
                  <a:srgbClr val="171616"/>
                </a:solidFill>
                <a:latin typeface="Inter"/>
              </a:rPr>
              <a:t>  if either forged token is accepted AND the tampered claim is echoed back by the session-check endpoint, that's direct proof of impersonation (CRITICAL) rather than just "signature not checked" (HIGH).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JWT / Session Weaknesses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backend/app/scanners/jwt_session.py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classify(oracle_valid, forgeries, structural):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not oracle_valid: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Decision(False, "INCONCLUSIVE",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accepted = [f for f in forgeries if f.accepted]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accepted: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echoed = any(f.echoed for f in accepted)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"HIGH" if echoed else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"CRITICAL" if echoed else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structural.issued_unsigned: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oracle.distinguishes_authenticated_from_anonymous</a:t>
            </a:r>
            <a:r>
              <a:rPr sz="1200">
                <a:solidFill>
                  <a:srgbClr val="171616"/>
                </a:solidFill>
                <a:latin typeface="Inter"/>
              </a:rPr>
              <a:t>  the trust gate for every other signal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forgery_probes[].tampered_claim_echoed</a:t>
            </a:r>
            <a:r>
              <a:rPr sz="1200">
                <a:solidFill>
                  <a:srgbClr val="171616"/>
                </a:solidFill>
                <a:latin typeface="Inter"/>
              </a:rPr>
              <a:t>  direct impersonation proof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sensitive_claims_masked</a:t>
            </a:r>
            <a:r>
              <a:rPr sz="1200">
                <a:solidFill>
                  <a:srgbClr val="171616"/>
                </a:solidFill>
                <a:latin typeface="Inter"/>
              </a:rPr>
              <a:t>  always true — passwords/secrets redacted in evidence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genuine_token_replayed_as_attack</a:t>
            </a:r>
            <a:r>
              <a:rPr sz="1200">
                <a:solidFill>
                  <a:srgbClr val="171616"/>
                </a:solidFill>
                <a:latin typeface="Inter"/>
              </a:rPr>
              <a:t>  always false — the real token is never weaponised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Verify every token server-side: enforce a fixed expected algorithm, reject 'none' and algorithm-confusion, validate the signature, and require/check 'exp' so tokens actually expire. Prefer short-lived, revocable tokens.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Security Misconfiguration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31318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CWE-16 (+ per-check)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9332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A05:2021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4184" y="1298448"/>
            <a:ext cx="2185416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76180E"/>
                </a:solidFill>
                <a:latin typeface="Inter"/>
              </a:rPr>
              <a:t>SEVERITY: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8394192" y="1298448"/>
            <a:ext cx="2080260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76180E"/>
                </a:solidFill>
                <a:latin typeface="Inter"/>
              </a:rPr>
              <a:t>CVSS: up to 9.1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A purely passive, GET-only detector that runs six independent configuration checks in one pass — each produces its own CWE and severity, and the worst one drives the overall finding.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Response headers &amp; cookies</a:t>
            </a:r>
            <a:r>
              <a:rPr sz="1350">
                <a:solidFill>
                  <a:srgbClr val="171616"/>
                </a:solidFill>
                <a:latin typeface="Inter"/>
              </a:rPr>
              <a:t>  flags missing CSP/nosniff/anti-framing/Referrer-Policy/HSTS, and session-like cookies missing Secure/HttpOnly/SameSite.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Directory listings &amp; default pages</a:t>
            </a:r>
            <a:r>
              <a:rPr sz="1350">
                <a:solidFill>
                  <a:srgbClr val="171616"/>
                </a:solidFill>
                <a:latin typeface="Inter"/>
              </a:rPr>
              <a:t>  matches known "Index of /" and default web-server installation page signatures.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Verbose error leakage</a:t>
            </a:r>
            <a:r>
              <a:rPr sz="1350">
                <a:solidFill>
                  <a:srgbClr val="171616"/>
                </a:solidFill>
                <a:latin typeface="Inter"/>
              </a:rPr>
              <a:t>  a random, guaranteed-nonexistent path is requested first as a baseline, then checked for stack-trace/debugger signatures (Werkzeug, Django debug, .NET, Spring, ...).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Exposed diagnostic endpoints</a:t>
            </a:r>
            <a:r>
              <a:rPr sz="1350">
                <a:solidFill>
                  <a:srgbClr val="171616"/>
                </a:solidFill>
                <a:latin typeface="Inter"/>
              </a:rPr>
              <a:t>  checks a curated list (/actuator, /server-status, /phpinfo.php, ...) against that same baseline, so an SPA's catch-all 200 response never registers as a false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Security Misconfiguration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backend/app/scanners/misconfiguration.py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classify(weaknesses):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not weaknesses: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Decision(False, "NOT_DETECTED",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"MEDIUM", "INFO",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worst = max(weaknesses,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key=lambda w: _SEVERITY_RANK[w.severity])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severity=worst.severity,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reason=f"{len(weaknesses)} configuration 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  f"weakness(es) directly observed",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worst=worst,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weaknesses[]</a:t>
            </a:r>
            <a:r>
              <a:rPr sz="1200">
                <a:solidFill>
                  <a:srgbClr val="171616"/>
                </a:solidFill>
                <a:latin typeface="Inter"/>
              </a:rPr>
              <a:t>  every independent finding, each with its own CWE/severity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checks.diagnostic_paths / directory_paths</a:t>
            </a:r>
            <a:r>
              <a:rPr sz="1200">
                <a:solidFill>
                  <a:srgbClr val="171616"/>
                </a:solidFill>
                <a:latin typeface="Inter"/>
              </a:rPr>
              <a:t>  the exact paths probed this run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response_snippet</a:t>
            </a:r>
            <a:r>
              <a:rPr sz="1200">
                <a:solidFill>
                  <a:srgbClr val="171616"/>
                </a:solidFill>
                <a:latin typeface="Inter"/>
              </a:rPr>
              <a:t>  small, centred window around the matched signature only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request_methods</a:t>
            </a:r>
            <a:r>
              <a:rPr sz="1200">
                <a:solidFill>
                  <a:srgbClr val="171616"/>
                </a:solidFill>
                <a:latin typeface="Inter"/>
              </a:rPr>
              <a:t>  always ["GET"] — fully passive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Apply a hardened production configuration: set CSP/nosniff/anti-framing/Referrer-Policy/HSTS; mark session cookies Secure/HttpOnly/SameSite; disable directory indexes and default pages; suppress verbose errors and version banners.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Five Detectors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Consistent structure, class-specific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201400" cy="50292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288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VULNERABILITY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82880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CWE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828800"/>
            <a:ext cx="960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OWASP '21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82880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PROOF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18288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MAX 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33172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Cross-Site Request Forgery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3172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CWE-352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3172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33172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Passive token check + active forged replay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248716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97180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297180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7180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Path Traversal / LFI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97180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97180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29718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Controlled canary marker outside web root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12724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61188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361188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61188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Unrestricted File 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61188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CWE-434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361188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361188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Harmless canary accepted + publicly retrievable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376732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25196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2920" y="425196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251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JWT / Session Weaknesses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25196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CWE-347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25196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3872" y="425196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Forged-token oracle + claim-echo impersonation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440740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489204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02920" y="489204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89204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Security Misconfiguration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489204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89204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3872" y="489204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Six independent passive header/page checks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5047488"/>
            <a:ext cx="1417320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76180E"/>
                </a:solidFill>
                <a:latin typeface="Inter"/>
              </a:rPr>
              <a:t>MEDIUM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53212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" y="1828800"/>
            <a:ext cx="11201400" cy="3703320"/>
          </a:xfrm>
          <a:prstGeom prst="rect">
            <a:avLst/>
          </a:prstGeom>
          <a:noFill/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Evidence over assumption</a:t>
            </a:r>
            <a:r>
              <a:rPr sz="1450">
                <a:solidFill>
                  <a:srgbClr val="171616"/>
                </a:solidFill>
                <a:latin typeface="Inter"/>
              </a:rPr>
              <a:t>  Every one of the five detectors requires a positive, observable proof — a forged token accepted, an exact canary marker returned, a diagnostic endpoint's own signature — before reporting a finding.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One architecture, five proofs</a:t>
            </a:r>
            <a:r>
              <a:rPr sz="1450">
                <a:solidFill>
                  <a:srgbClr val="171616"/>
                </a:solidFill>
                <a:latin typeface="Inter"/>
              </a:rPr>
              <a:t>  All detectors share the same BaseDetector/ScanContext/DetectorResult contract, generic-defaults → lab-preset → explicit-config layering, and pure/testable classify() decision functions.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Safety-conscious by design</a:t>
            </a:r>
            <a:r>
              <a:rPr sz="1450">
                <a:solidFill>
                  <a:srgbClr val="171616"/>
                </a:solidFill>
                <a:latin typeface="Inter"/>
              </a:rPr>
              <a:t>  Harmless canary files, non-executable upload probes, read-only requests, redacted sensitive claims, and automatic state restoration keep every check safe to run against real targets.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Broad OWASP Top 10 coverage</a:t>
            </a:r>
            <a:r>
              <a:rPr sz="1450">
                <a:solidFill>
                  <a:srgbClr val="171616"/>
                </a:solidFill>
                <a:latin typeface="Inter"/>
              </a:rPr>
              <a:t>  Broken Access Control (A01 × 2), Insecure Design (A04), Authentication Failures (A07), and Security Misconfiguration (A05) are all represented.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62D18"/>
                </a:solidFill>
                <a:latin typeface="Inter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